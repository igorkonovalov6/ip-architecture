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95" d="100"/>
          <a:sy n="95" d="100"/>
        </p:scale>
        <p:origin x="-206" y="-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7C4D9D-D6A9-45FE-A9F6-33B7D5415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6078D0B4-8553-4EA5-9255-20757CE50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824353C-D282-43B2-A7D4-A1AA0D7F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DB5D485-AA9D-403A-9C7C-E796C522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2EE0865-BCE9-4B64-99A1-B889EED6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22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EE44BD6-468D-4D06-8B99-28507F44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97FE535-784B-4696-AE87-9B3539E7E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558C8A32-2882-4CFC-886E-91888F5B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1E0F51A-7E0B-45BB-8EA8-7735D3FD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67B228B-6CAB-4ED1-A83B-C90D452E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69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EF395FB-FC05-4739-9F73-9F1768FD1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7A5B35B-7DD6-4787-90DB-05112609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26F88CA-5B7F-45AA-80BE-3C52C082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EB07BAB-45AF-418C-A37B-763C891E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544C648-BE54-412E-8B43-B1257E0A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00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2E6FFB3-8751-422D-96C6-3A68865A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AAE4276-EBFB-4C6F-A473-66A5B989B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FD4CA2C3-4CD3-49E2-80A2-4CF6CAF5D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0EEFE4A9-43EE-4024-BDB7-467BE7475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546C9FD-F760-4E03-8E1C-860506EA9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69F93005-FC7C-4B07-A9E5-277056CA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80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F75F922-5C63-488D-A6CD-89A81BB25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9176E2D-67B0-4A3F-9B98-74D3BE74D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D80CEC93-D78E-4D20-8AFD-88E83C77B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E13EDB7B-F2A8-46BE-9EE0-C844FF036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96D49442-9E9C-48EB-A48B-6E47351EB1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354D0A38-D0CD-48FA-B4EC-B927AE8AC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83A9736B-CCDA-47F5-A6AB-7B51C041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B4D6F6D5-C3D9-438A-84A5-0705940E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22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85D8B8B-C6BD-420B-885A-DA4B00F58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688124A6-FCBD-4B7A-956A-ECC7A28A3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DF41FB38-74E5-4BA2-9955-252CD263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93C3637B-8598-41DC-9F9D-A70D0C85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37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850C4556-A77D-4C16-B7FE-40E20CB0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B401EA05-AC9C-4506-AD6E-C432803F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B778C063-7447-4E56-B620-DEA5FE2D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950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CE8CC68-FB0D-41D8-B09C-39894B4D6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4BF8218-8BE6-4928-A3EA-C4934F96C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71F14301-D8D2-44AB-A7DB-A2CF555DD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AC37129-B189-43F6-BACC-F78883918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DF17A10C-DE66-4A14-B6FB-9E5E30CA0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57C03ABA-1383-447D-B321-107382B2F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325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B1D3108-A767-4DE0-881C-7A7D64383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33C1644F-836B-4D77-8967-0804E800B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A0C1445D-830B-444B-B5C9-6FA1A4921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6039204-20B3-4661-8720-A01EF5F7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A2D092A-096C-4EB3-A20A-EACD3526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7E792F95-9DA2-490B-B559-DBDF191E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00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629C95E-6E9A-4094-B76D-758DE0FE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75C4F987-FDD1-455C-BFA6-4AD666ACF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D75C34C-83FB-4DD5-8214-3BED183FD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976398F-77B1-4E89-BB39-84A659B84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C06340A-F568-4468-8E7C-545D0A7B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7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B60F11C7-B501-41A1-AC31-D77A5F592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DF35C336-4B64-419B-8BD2-89B2F74B5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9349293-333F-4D8E-982C-97A06D941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A78421E-AFA7-4CFB-A263-FA2E7BF8E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BC97041-B768-4CBA-B49F-650E93F7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49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DC9DA3F-8F1B-43C7-BFD9-1825D29D6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3E70C03-28FE-4537-8DFB-800A4084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ADFD031-BD90-4198-B75A-56A63F1DD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142A8-D2D2-4E64-AC80-1B5C4660FAD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E6BE8E8-FC96-4044-B8EC-B9655DA01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DFB21BB-3999-4C0C-8228-D549D4A7C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C6069-1CEB-451D-BABD-08771B8C1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89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EA86DFAD-7B0C-4418-8DE9-A0C22243F8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19850" y="2952289"/>
            <a:ext cx="1185998" cy="1185998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xmlns="" id="{14A7113B-1D07-48B0-9613-711B6AB4ACED}"/>
              </a:ext>
            </a:extLst>
          </p:cNvPr>
          <p:cNvSpPr/>
          <p:nvPr/>
        </p:nvSpPr>
        <p:spPr>
          <a:xfrm>
            <a:off x="4749322" y="4166877"/>
            <a:ext cx="2111512" cy="19613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Блок-схема: знак завершения 6">
            <a:extLst>
              <a:ext uri="{FF2B5EF4-FFF2-40B4-BE49-F238E27FC236}">
                <a16:creationId xmlns:a16="http://schemas.microsoft.com/office/drawing/2014/main" xmlns="" id="{ABD7E46E-E0B7-4D75-AB9E-541267EAEFD6}"/>
              </a:ext>
            </a:extLst>
          </p:cNvPr>
          <p:cNvSpPr/>
          <p:nvPr/>
        </p:nvSpPr>
        <p:spPr>
          <a:xfrm>
            <a:off x="4701027" y="5725340"/>
            <a:ext cx="2193676" cy="730924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лок-схема: узел 7">
            <a:extLst>
              <a:ext uri="{FF2B5EF4-FFF2-40B4-BE49-F238E27FC236}">
                <a16:creationId xmlns:a16="http://schemas.microsoft.com/office/drawing/2014/main" xmlns="" id="{1808725D-BB2F-4E70-892C-7766A7B73103}"/>
              </a:ext>
            </a:extLst>
          </p:cNvPr>
          <p:cNvSpPr/>
          <p:nvPr/>
        </p:nvSpPr>
        <p:spPr>
          <a:xfrm>
            <a:off x="8195707" y="-59267"/>
            <a:ext cx="855155" cy="870581"/>
          </a:xfrm>
          <a:prstGeom prst="flowChartConnector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Равнобедренный треугольник 8">
            <a:extLst>
              <a:ext uri="{FF2B5EF4-FFF2-40B4-BE49-F238E27FC236}">
                <a16:creationId xmlns:a16="http://schemas.microsoft.com/office/drawing/2014/main" xmlns="" id="{FD0E7C44-84BD-4C64-83BE-D9B9B97E9B7F}"/>
              </a:ext>
            </a:extLst>
          </p:cNvPr>
          <p:cNvSpPr/>
          <p:nvPr/>
        </p:nvSpPr>
        <p:spPr>
          <a:xfrm rot="20404487">
            <a:off x="8517952" y="624228"/>
            <a:ext cx="497815" cy="919608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авнобедренный треугольник 9">
            <a:extLst>
              <a:ext uri="{FF2B5EF4-FFF2-40B4-BE49-F238E27FC236}">
                <a16:creationId xmlns:a16="http://schemas.microsoft.com/office/drawing/2014/main" xmlns="" id="{AB6FD8FE-413F-4227-839B-FBE0C5C1F85F}"/>
              </a:ext>
            </a:extLst>
          </p:cNvPr>
          <p:cNvSpPr/>
          <p:nvPr/>
        </p:nvSpPr>
        <p:spPr>
          <a:xfrm rot="18404710">
            <a:off x="8920143" y="223581"/>
            <a:ext cx="512835" cy="117546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xmlns="" id="{C7125D20-3D1B-4719-A3D5-5F5BF183B049}"/>
              </a:ext>
            </a:extLst>
          </p:cNvPr>
          <p:cNvSpPr/>
          <p:nvPr/>
        </p:nvSpPr>
        <p:spPr>
          <a:xfrm rot="16615341">
            <a:off x="9081267" y="-181217"/>
            <a:ext cx="382515" cy="1261576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Равнобедренный треугольник 11">
            <a:extLst>
              <a:ext uri="{FF2B5EF4-FFF2-40B4-BE49-F238E27FC236}">
                <a16:creationId xmlns:a16="http://schemas.microsoft.com/office/drawing/2014/main" xmlns="" id="{A325AAF7-37E0-45D6-93C0-005DC04F3022}"/>
              </a:ext>
            </a:extLst>
          </p:cNvPr>
          <p:cNvSpPr/>
          <p:nvPr/>
        </p:nvSpPr>
        <p:spPr>
          <a:xfrm rot="14871466">
            <a:off x="8949821" y="-447105"/>
            <a:ext cx="382517" cy="1261576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авнобедренный треугольник 16">
            <a:extLst>
              <a:ext uri="{FF2B5EF4-FFF2-40B4-BE49-F238E27FC236}">
                <a16:creationId xmlns:a16="http://schemas.microsoft.com/office/drawing/2014/main" xmlns="" id="{F74805BA-3E24-4400-B4EF-7EE98F4159D8}"/>
              </a:ext>
            </a:extLst>
          </p:cNvPr>
          <p:cNvSpPr/>
          <p:nvPr/>
        </p:nvSpPr>
        <p:spPr>
          <a:xfrm rot="1184506">
            <a:off x="8037023" y="557663"/>
            <a:ext cx="497815" cy="919608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блако 13">
            <a:extLst>
              <a:ext uri="{FF2B5EF4-FFF2-40B4-BE49-F238E27FC236}">
                <a16:creationId xmlns:a16="http://schemas.microsoft.com/office/drawing/2014/main" xmlns="" id="{F83A3FF7-D02E-4EA9-8AB9-CDF16485EE44}"/>
              </a:ext>
            </a:extLst>
          </p:cNvPr>
          <p:cNvSpPr/>
          <p:nvPr/>
        </p:nvSpPr>
        <p:spPr>
          <a:xfrm>
            <a:off x="3683833" y="-205533"/>
            <a:ext cx="4772733" cy="2033692"/>
          </a:xfrm>
          <a:prstGeom prst="clou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xmlns="" id="{F83793FA-DC2D-4A01-AAA2-B5E884DC8ACC}"/>
              </a:ext>
            </a:extLst>
          </p:cNvPr>
          <p:cNvCxnSpPr>
            <a:cxnSpLocks/>
          </p:cNvCxnSpPr>
          <p:nvPr/>
        </p:nvCxnSpPr>
        <p:spPr>
          <a:xfrm flipH="1" flipV="1">
            <a:off x="5443460" y="1546372"/>
            <a:ext cx="540138" cy="2235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F8F0FA14-BA4D-42DF-8FB1-7A0319944243}"/>
              </a:ext>
            </a:extLst>
          </p:cNvPr>
          <p:cNvCxnSpPr>
            <a:cxnSpLocks/>
          </p:cNvCxnSpPr>
          <p:nvPr/>
        </p:nvCxnSpPr>
        <p:spPr>
          <a:xfrm flipV="1">
            <a:off x="6190681" y="1342429"/>
            <a:ext cx="2165547" cy="26476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xmlns="" id="{46447CA4-717C-4589-960B-930291F88E55}"/>
              </a:ext>
            </a:extLst>
          </p:cNvPr>
          <p:cNvGrpSpPr/>
          <p:nvPr/>
        </p:nvGrpSpPr>
        <p:grpSpPr>
          <a:xfrm>
            <a:off x="3557305" y="2832167"/>
            <a:ext cx="1265462" cy="527566"/>
            <a:chOff x="1845733" y="2971800"/>
            <a:chExt cx="1981199" cy="668867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xmlns="" id="{A516DAF3-C554-47B7-ADB7-5A591195190B}"/>
                </a:ext>
              </a:extLst>
            </p:cNvPr>
            <p:cNvSpPr/>
            <p:nvPr/>
          </p:nvSpPr>
          <p:spPr>
            <a:xfrm>
              <a:off x="1845733" y="2971800"/>
              <a:ext cx="1981199" cy="668867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1318B0DA-2448-49BD-BE7E-46AB9E3A5BDC}"/>
                </a:ext>
              </a:extLst>
            </p:cNvPr>
            <p:cNvSpPr txBox="1"/>
            <p:nvPr/>
          </p:nvSpPr>
          <p:spPr>
            <a:xfrm>
              <a:off x="2107703" y="3121567"/>
              <a:ext cx="1177170" cy="351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USB - </a:t>
              </a:r>
              <a:r>
                <a:rPr lang="ru-RU" sz="1200" dirty="0"/>
                <a:t>камера</a:t>
              </a:r>
            </a:p>
          </p:txBody>
        </p:sp>
      </p:grpSp>
      <p:pic>
        <p:nvPicPr>
          <p:cNvPr id="31" name="Рисунок 30">
            <a:extLst>
              <a:ext uri="{FF2B5EF4-FFF2-40B4-BE49-F238E27FC236}">
                <a16:creationId xmlns:a16="http://schemas.microsoft.com/office/drawing/2014/main" xmlns="" id="{6EFE466D-45C2-4DB7-873D-B49FE8F2E2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22" y="3716745"/>
            <a:ext cx="503375" cy="503375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xmlns="" id="{3E7E48F2-C3D3-4011-8A3B-E41B542ACEF7}"/>
              </a:ext>
            </a:extLst>
          </p:cNvPr>
          <p:cNvGrpSpPr/>
          <p:nvPr/>
        </p:nvGrpSpPr>
        <p:grpSpPr>
          <a:xfrm>
            <a:off x="1460653" y="3716745"/>
            <a:ext cx="1176866" cy="527566"/>
            <a:chOff x="1845733" y="2971800"/>
            <a:chExt cx="1981199" cy="668867"/>
          </a:xfrm>
        </p:grpSpPr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xmlns="" id="{5FFFC41F-B3DE-47BE-BCEE-4E5C02F2B2B8}"/>
                </a:ext>
              </a:extLst>
            </p:cNvPr>
            <p:cNvSpPr/>
            <p:nvPr/>
          </p:nvSpPr>
          <p:spPr>
            <a:xfrm>
              <a:off x="1845733" y="2971800"/>
              <a:ext cx="1981199" cy="668867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211240E4-73D4-4F7C-A35E-BED1DEF7AF1B}"/>
                </a:ext>
              </a:extLst>
            </p:cNvPr>
            <p:cNvSpPr txBox="1"/>
            <p:nvPr/>
          </p:nvSpPr>
          <p:spPr>
            <a:xfrm>
              <a:off x="2324112" y="3130638"/>
              <a:ext cx="1024440" cy="351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Сервер</a:t>
              </a:r>
            </a:p>
          </p:txBody>
        </p:sp>
      </p:grp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xmlns="" id="{A6DD43CF-CCE0-46D5-8695-0DE51C2E28E4}"/>
              </a:ext>
            </a:extLst>
          </p:cNvPr>
          <p:cNvCxnSpPr>
            <a:cxnSpLocks/>
          </p:cNvCxnSpPr>
          <p:nvPr/>
        </p:nvCxnSpPr>
        <p:spPr>
          <a:xfrm flipH="1">
            <a:off x="1122469" y="5147577"/>
            <a:ext cx="3611613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xmlns="" id="{A8AAC362-8FFA-4C7E-BF4B-B68E4CAEFF74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1137710" y="4220120"/>
            <a:ext cx="0" cy="9274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xmlns="" id="{0D313626-1FE7-442C-952F-0B2A8C78EC55}"/>
              </a:ext>
            </a:extLst>
          </p:cNvPr>
          <p:cNvGrpSpPr/>
          <p:nvPr/>
        </p:nvGrpSpPr>
        <p:grpSpPr>
          <a:xfrm>
            <a:off x="5110798" y="4983588"/>
            <a:ext cx="1388560" cy="527566"/>
            <a:chOff x="1845733" y="2971800"/>
            <a:chExt cx="1981199" cy="668867"/>
          </a:xfrm>
          <a:solidFill>
            <a:schemeClr val="bg1"/>
          </a:solidFill>
        </p:grpSpPr>
        <p:sp>
          <p:nvSpPr>
            <p:cNvPr id="73" name="Прямоугольник 72">
              <a:extLst>
                <a:ext uri="{FF2B5EF4-FFF2-40B4-BE49-F238E27FC236}">
                  <a16:creationId xmlns:a16="http://schemas.microsoft.com/office/drawing/2014/main" xmlns="" id="{6F3D042E-A383-4D88-8176-31B7C1F76E02}"/>
                </a:ext>
              </a:extLst>
            </p:cNvPr>
            <p:cNvSpPr/>
            <p:nvPr/>
          </p:nvSpPr>
          <p:spPr>
            <a:xfrm>
              <a:off x="1845733" y="2971800"/>
              <a:ext cx="1981199" cy="668867"/>
            </a:xfrm>
            <a:prstGeom prst="rect">
              <a:avLst/>
            </a:prstGeom>
            <a:grp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DAC47514-AEA8-43BB-8C9C-B86639CA5444}"/>
                </a:ext>
              </a:extLst>
            </p:cNvPr>
            <p:cNvSpPr txBox="1"/>
            <p:nvPr/>
          </p:nvSpPr>
          <p:spPr>
            <a:xfrm>
              <a:off x="2129330" y="3097255"/>
              <a:ext cx="1697602" cy="35118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Raspberry Pi</a:t>
              </a:r>
              <a:endParaRPr lang="ru-RU" sz="1200" dirty="0"/>
            </a:p>
          </p:txBody>
        </p:sp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xmlns="" id="{25F7EF80-F201-4914-ADC4-52EB30074E56}"/>
              </a:ext>
            </a:extLst>
          </p:cNvPr>
          <p:cNvGrpSpPr/>
          <p:nvPr/>
        </p:nvGrpSpPr>
        <p:grpSpPr>
          <a:xfrm>
            <a:off x="5110798" y="4309103"/>
            <a:ext cx="1388560" cy="527566"/>
            <a:chOff x="1845733" y="2971800"/>
            <a:chExt cx="1981199" cy="668867"/>
          </a:xfrm>
        </p:grpSpPr>
        <p:sp>
          <p:nvSpPr>
            <p:cNvPr id="86" name="Прямоугольник 85">
              <a:extLst>
                <a:ext uri="{FF2B5EF4-FFF2-40B4-BE49-F238E27FC236}">
                  <a16:creationId xmlns:a16="http://schemas.microsoft.com/office/drawing/2014/main" xmlns="" id="{92D7169C-8B9F-41DA-9D3C-97A4FE332917}"/>
                </a:ext>
              </a:extLst>
            </p:cNvPr>
            <p:cNvSpPr/>
            <p:nvPr/>
          </p:nvSpPr>
          <p:spPr>
            <a:xfrm>
              <a:off x="1845733" y="2971800"/>
              <a:ext cx="1981199" cy="6688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AF210086-CF64-42BC-A7A7-C4A5EDD71D55}"/>
                </a:ext>
              </a:extLst>
            </p:cNvPr>
            <p:cNvSpPr txBox="1"/>
            <p:nvPr/>
          </p:nvSpPr>
          <p:spPr>
            <a:xfrm>
              <a:off x="2180947" y="3130638"/>
              <a:ext cx="1525200" cy="351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WIFI switch</a:t>
              </a:r>
              <a:endParaRPr lang="ru-RU" sz="1200" dirty="0"/>
            </a:p>
          </p:txBody>
        </p:sp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xmlns="" id="{836416EE-242B-4315-998A-37D1BA452EB3}"/>
              </a:ext>
            </a:extLst>
          </p:cNvPr>
          <p:cNvGrpSpPr/>
          <p:nvPr/>
        </p:nvGrpSpPr>
        <p:grpSpPr>
          <a:xfrm>
            <a:off x="5110798" y="5827019"/>
            <a:ext cx="1515228" cy="527566"/>
            <a:chOff x="1845733" y="2971799"/>
            <a:chExt cx="1981199" cy="668867"/>
          </a:xfrm>
          <a:solidFill>
            <a:schemeClr val="bg1"/>
          </a:solidFill>
        </p:grpSpPr>
        <p:sp>
          <p:nvSpPr>
            <p:cNvPr id="89" name="Прямоугольник 88">
              <a:extLst>
                <a:ext uri="{FF2B5EF4-FFF2-40B4-BE49-F238E27FC236}">
                  <a16:creationId xmlns:a16="http://schemas.microsoft.com/office/drawing/2014/main" xmlns="" id="{5964528B-588D-4F06-A859-B9930B05B52B}"/>
                </a:ext>
              </a:extLst>
            </p:cNvPr>
            <p:cNvSpPr/>
            <p:nvPr/>
          </p:nvSpPr>
          <p:spPr>
            <a:xfrm>
              <a:off x="1845733" y="2971799"/>
              <a:ext cx="1981199" cy="668867"/>
            </a:xfrm>
            <a:prstGeom prst="rect">
              <a:avLst/>
            </a:prstGeom>
            <a:grp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xmlns="" id="{07A6BB12-6E67-4906-909D-B41A584E9D26}"/>
                </a:ext>
              </a:extLst>
            </p:cNvPr>
            <p:cNvSpPr txBox="1"/>
            <p:nvPr/>
          </p:nvSpPr>
          <p:spPr>
            <a:xfrm>
              <a:off x="2228664" y="3044295"/>
              <a:ext cx="1248899" cy="58531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Дизельный генератор</a:t>
              </a:r>
            </a:p>
          </p:txBody>
        </p:sp>
      </p:grp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xmlns="" id="{9850EFA4-4438-43F7-A8E4-F6C50C041D3D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1137709" y="3088794"/>
            <a:ext cx="2419596" cy="7156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xmlns="" id="{015102F5-8B78-4A83-9E41-E67637EC0B67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1137710" y="3074435"/>
            <a:ext cx="0" cy="6423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558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</Words>
  <Application>Microsoft Office PowerPoint</Application>
  <PresentationFormat>Произвольный</PresentationFormat>
  <Paragraphs>5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Илья</dc:creator>
  <cp:lastModifiedBy>Игорь Коновалов</cp:lastModifiedBy>
  <cp:revision>8</cp:revision>
  <dcterms:created xsi:type="dcterms:W3CDTF">2026-02-25T08:06:41Z</dcterms:created>
  <dcterms:modified xsi:type="dcterms:W3CDTF">2026-04-05T13:11:35Z</dcterms:modified>
</cp:coreProperties>
</file>